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0D1E2E"/>
          </a:solidFill>
          <a:ln w="12700">
            <a:solidFill>
              <a:srgbClr val="0E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82880"/>
            <a:ext cx="2926080" cy="292608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0972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6459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1031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560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2296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A3050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 · 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UI Library for Full-Stack Developers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· Declarative · Composable · Fast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747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347472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4747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Community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3474720"/>
            <a:ext cx="1005840" cy="237744"/>
          </a:xfrm>
          <a:prstGeom prst="roundRect">
            <a:avLst>
              <a:gd name="adj" fmla="val 23077"/>
            </a:avLst>
          </a:prstGeom>
          <a:solidFill>
            <a:srgbClr val="161B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4747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#1 UI lib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for Full-Stack Developers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React?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framework. A JavaScript library for building user interfaces.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59936" cy="1389888"/>
          </a:xfrm>
          <a:prstGeom prst="roundRect">
            <a:avLst>
              <a:gd name="adj" fmla="val 9211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27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527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Component-Based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1947672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split into reusable, self-contained components — each with its own logic, state, and markup.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1417320"/>
            <a:ext cx="4059936" cy="1389888"/>
          </a:xfrm>
          <a:prstGeom prst="roundRect">
            <a:avLst>
              <a:gd name="adj" fmla="val 9211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8032" y="1600200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527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68112" y="1527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92624" y="1947672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the UI should look like for a given state. React handles the DOM updates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4059936" cy="1389888"/>
          </a:xfrm>
          <a:prstGeom prst="roundRect">
            <a:avLst>
              <a:gd name="adj" fmla="val 9211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72968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0998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099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Once, Write Anywhere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" y="3520440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browser, server (Next.js), mobile (React Native), or desktop (Electron).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28032" y="2990088"/>
            <a:ext cx="4059936" cy="1389888"/>
          </a:xfrm>
          <a:prstGeom prst="roundRect">
            <a:avLst>
              <a:gd name="adj" fmla="val 9211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3172968"/>
            <a:ext cx="54864" cy="102412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30998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68112" y="3099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DOM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92624" y="3520440"/>
            <a:ext cx="37673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diffs a virtual tree before touching the real DOM — minimising expensive layout recalculations.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4515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1B2E"/>
          </a:solidFill>
          <a:ln w="12700">
            <a:solidFill>
              <a:srgbClr val="1A3A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220k+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1752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Downloads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46634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 &amp; JSX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— functions that return UI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663440" cy="3401568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17320"/>
            <a:ext cx="43342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Functional 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React from 'react';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UserCard({ name, role, avatar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src={avatar} alt={name}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&lt;h2&gt;{name}&lt;/h2&gt;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 className="role"&gt;{role}&lt;/span&gt;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&lt;UserCard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name="Ada Lovelace"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role="Engineer"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avatar="/ada.png"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21808" y="1298448"/>
            <a:ext cx="3364992" cy="1005840"/>
          </a:xfrm>
          <a:prstGeom prst="roundRect">
            <a:avLst>
              <a:gd name="adj" fmla="val 10909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21808" y="1435608"/>
            <a:ext cx="50292" cy="731520"/>
          </a:xfrm>
          <a:prstGeom prst="roundRect">
            <a:avLst>
              <a:gd name="adj" fmla="val 36364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4688" y="13898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04688" y="1682496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+ XML syntax. Transpiled by Babel to React.createElement() calls. Not a template engine — it's full JS.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21808" y="2432304"/>
            <a:ext cx="3364992" cy="1005840"/>
          </a:xfrm>
          <a:prstGeom prst="roundRect">
            <a:avLst>
              <a:gd name="adj" fmla="val 10909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21808" y="2569464"/>
            <a:ext cx="50292" cy="731520"/>
          </a:xfrm>
          <a:prstGeom prst="roundRect">
            <a:avLst>
              <a:gd name="adj" fmla="val 36364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2523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04688" y="2816352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inputs passed from parent to child. Destructure in the function signature for clean code.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21808" y="3566160"/>
            <a:ext cx="3364992" cy="1005840"/>
          </a:xfrm>
          <a:prstGeom prst="roundRect">
            <a:avLst>
              <a:gd name="adj" fmla="val 10909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1808" y="3703320"/>
            <a:ext cx="50292" cy="731520"/>
          </a:xfrm>
          <a:prstGeom prst="roundRect">
            <a:avLst>
              <a:gd name="adj" fmla="val 36364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3657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3950208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complex UIs by composing small components. Prefer composition over inheritance always.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21808" y="4617720"/>
            <a:ext cx="3364992" cy="502920"/>
          </a:xfrm>
          <a:prstGeom prst="roundRect">
            <a:avLst>
              <a:gd name="adj" fmla="val 18182"/>
            </a:avLst>
          </a:prstGeom>
          <a:solidFill>
            <a:srgbClr val="0D2218"/>
          </a:solidFill>
          <a:ln w="12700">
            <a:solidFill>
              <a:srgbClr val="2155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4663440"/>
            <a:ext cx="3145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Rule of thumb: if a component exceeds ~50 lines, split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Hooks — State &amp; Side Effects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React 16.8. No class components needed anymore.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1572768"/>
          </a:xfrm>
          <a:prstGeom prst="roundRect">
            <a:avLst>
              <a:gd name="adj" fmla="val 814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371600"/>
            <a:ext cx="2487168" cy="50292"/>
          </a:xfrm>
          <a:prstGeom prst="roundRect">
            <a:avLst>
              <a:gd name="adj" fmla="val 36364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463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" y="1773936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setCount] = useState(0);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5216" y="215798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local state to a functional component. Returns current value + setter.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371600"/>
            <a:ext cx="2743200" cy="1572768"/>
          </a:xfrm>
          <a:prstGeom prst="roundRect">
            <a:avLst>
              <a:gd name="adj" fmla="val 814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3864" y="1371600"/>
            <a:ext cx="2487168" cy="50292"/>
          </a:xfrm>
          <a:prstGeom prst="roundRect">
            <a:avLst>
              <a:gd name="adj" fmla="val 36364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3864" y="1463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83864" y="1773936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 fetchData(); }, [id]);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83864" y="215798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side effects after render. Replaces componentDidMount / Update / Unmount.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54496" y="1371600"/>
            <a:ext cx="2743200" cy="1572768"/>
          </a:xfrm>
          <a:prstGeom prst="roundRect">
            <a:avLst>
              <a:gd name="adj" fmla="val 814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371600"/>
            <a:ext cx="2487168" cy="50292"/>
          </a:xfrm>
          <a:prstGeom prst="roundRect">
            <a:avLst>
              <a:gd name="adj" fmla="val 36364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1463040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useContext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82512" y="1773936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theme = useContext(ThemeCtx);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82512" y="2157984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a React context without prop drilling. Pairs with createContext.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2743200" cy="1572768"/>
          </a:xfrm>
          <a:prstGeom prst="roundRect">
            <a:avLst>
              <a:gd name="adj" fmla="val 814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" y="3090672"/>
            <a:ext cx="2487168" cy="50292"/>
          </a:xfrm>
          <a:prstGeom prst="roundRect">
            <a:avLst>
              <a:gd name="adj" fmla="val 36364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31821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useRef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" y="3493008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11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inputRef = useRef(null);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" y="38770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 mutable value between renders without triggering a re-render.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3090672"/>
            <a:ext cx="2743200" cy="1572768"/>
          </a:xfrm>
          <a:prstGeom prst="roundRect">
            <a:avLst>
              <a:gd name="adj" fmla="val 814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3864" y="3090672"/>
            <a:ext cx="2487168" cy="50292"/>
          </a:xfrm>
          <a:prstGeom prst="roundRect">
            <a:avLst>
              <a:gd name="adj" fmla="val 36364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31821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useMemo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483864" y="3493008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511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sorted = useMemo(() =&gt; sort(list), [list]);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83864" y="38770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Memoize expensive computations. Only recalculates when deps change.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3090672"/>
            <a:ext cx="2743200" cy="1572768"/>
          </a:xfrm>
          <a:prstGeom prst="roundRect">
            <a:avLst>
              <a:gd name="adj" fmla="val 814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3090672"/>
            <a:ext cx="2487168" cy="50292"/>
          </a:xfrm>
          <a:prstGeom prst="roundRect">
            <a:avLst>
              <a:gd name="adj" fmla="val 36364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318211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useCallback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82512" y="3493008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511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fn = useCallback(() =&gt; doX(), [x]);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82512" y="3877056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function reference. Prevents unnecessary re-renders of child components.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 &amp; Data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layer for your state is the most important React architecture decision.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926080" cy="3401568"/>
          </a:xfrm>
          <a:prstGeom prst="roundRect">
            <a:avLst>
              <a:gd name="adj" fmla="val 4375"/>
            </a:avLst>
          </a:prstGeom>
          <a:solidFill>
            <a:srgbClr val="161B2E"/>
          </a:solidFill>
          <a:ln w="12700">
            <a:solidFill>
              <a:srgbClr val="1A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89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One-Way Data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92224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61B2E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105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Component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3225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852928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61B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712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Component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5409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props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913632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61B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319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84448" y="1298448"/>
            <a:ext cx="5102352" cy="603504"/>
          </a:xfrm>
          <a:prstGeom prst="roundRect">
            <a:avLst>
              <a:gd name="adj" fmla="val 15152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1435608"/>
            <a:ext cx="50292" cy="329184"/>
          </a:xfrm>
          <a:prstGeom prst="roundRect">
            <a:avLst>
              <a:gd name="adj" fmla="val 36364"/>
            </a:avLst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3533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 / useReducer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63056" y="1371600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61B2E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371600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49040" y="162763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state: toggles, form inputs, modal open/close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591056"/>
            <a:ext cx="1627632" cy="201168"/>
          </a:xfrm>
          <a:prstGeom prst="roundRect">
            <a:avLst>
              <a:gd name="adj" fmla="val 227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15910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npm: built-in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84448" y="1975104"/>
            <a:ext cx="5102352" cy="603504"/>
          </a:xfrm>
          <a:prstGeom prst="roundRect">
            <a:avLst>
              <a:gd name="adj" fmla="val 15152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4448" y="2112264"/>
            <a:ext cx="50292" cy="329184"/>
          </a:xfrm>
          <a:prstGeom prst="roundRect">
            <a:avLst>
              <a:gd name="adj" fmla="val 36364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202996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API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63056" y="2048256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61B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048256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49040" y="23042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Low-frequency global data: theme, locale, auth user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2267712"/>
            <a:ext cx="1627632" cy="201168"/>
          </a:xfrm>
          <a:prstGeom prst="roundRect">
            <a:avLst>
              <a:gd name="adj" fmla="val 227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226771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npm: built-in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84448" y="2651760"/>
            <a:ext cx="5102352" cy="603504"/>
          </a:xfrm>
          <a:prstGeom prst="roundRect">
            <a:avLst>
              <a:gd name="adj" fmla="val 15152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2788920"/>
            <a:ext cx="50292" cy="329184"/>
          </a:xfrm>
          <a:prstGeom prst="roundRect">
            <a:avLst>
              <a:gd name="adj" fmla="val 36364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70662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Zustand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63056" y="2724912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61B2E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72491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9040" y="298094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apps needing simple, minimal global store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49440" y="2944368"/>
            <a:ext cx="1627632" cy="201168"/>
          </a:xfrm>
          <a:prstGeom prst="roundRect">
            <a:avLst>
              <a:gd name="adj" fmla="val 227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944368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npm: zustand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584448" y="3328416"/>
            <a:ext cx="5102352" cy="603504"/>
          </a:xfrm>
          <a:prstGeom prst="roundRect">
            <a:avLst>
              <a:gd name="adj" fmla="val 15152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4448" y="3465576"/>
            <a:ext cx="50292" cy="329184"/>
          </a:xfrm>
          <a:prstGeom prst="roundRect">
            <a:avLst>
              <a:gd name="adj" fmla="val 36364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38328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Redux Toolkit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63056" y="3401568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6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3401568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49040" y="36576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apps with complex state, time-travel debug, team standards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3621024"/>
            <a:ext cx="1627632" cy="201168"/>
          </a:xfrm>
          <a:prstGeom prst="roundRect">
            <a:avLst>
              <a:gd name="adj" fmla="val 227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3621024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npm: @reduxjs/toolkit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584448" y="4005072"/>
            <a:ext cx="5102352" cy="603504"/>
          </a:xfrm>
          <a:prstGeom prst="roundRect">
            <a:avLst>
              <a:gd name="adj" fmla="val 15152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84448" y="4142232"/>
            <a:ext cx="50292" cy="329184"/>
          </a:xfrm>
          <a:prstGeom prst="roundRect">
            <a:avLst>
              <a:gd name="adj" fmla="val 36364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0" y="405993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Query / SWR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163056" y="4078224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161B2E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63056" y="4078224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749040" y="43342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state: fetching, caching, sync with backend APIs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49440" y="4297680"/>
            <a:ext cx="1627632" cy="201168"/>
          </a:xfrm>
          <a:prstGeom prst="roundRect">
            <a:avLst>
              <a:gd name="adj" fmla="val 2272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67728" y="4297680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npm: react-query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 &amp; Full-Stack Fit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rarely stands alone — here's how it connects to the rest of your stack.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61B2E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167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8288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5216" y="212140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SSR, SSG, App Router, API routes. The go-to for full-stack React.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8346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312724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routing, nested layouts, server actions, progressive enhancement.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8404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" y="413308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dev server and bundler for SPA setups.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55848" y="1316736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61B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3167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&amp; Styling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55848" y="173736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864" y="18288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83864" y="212140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CSS. Pairs naturally with React component patterns.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274320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28346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shadcn/ui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83864" y="312724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Radix-based accessible components you own in your codebase.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374904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38404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Framer Motion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83864" y="413308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animations with a declarative React API.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1316736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61B2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3167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Testing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54496" y="173736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82880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Query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82512" y="212140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state management — fetching, caching, synchronisation.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54496" y="274320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8346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 + RHF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512" y="312724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+ React Hook Form for type-safe forms.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54496" y="3749040"/>
            <a:ext cx="2743200" cy="877824"/>
          </a:xfrm>
          <a:prstGeom prst="roundRect">
            <a:avLst>
              <a:gd name="adj" fmla="val 12500"/>
            </a:avLst>
          </a:prstGeom>
          <a:solidFill>
            <a:srgbClr val="161B2E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8404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 + RTL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82512" y="4133088"/>
            <a:ext cx="24871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with Vitest, component tests with React Testing Library.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681728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0E2035"/>
          </a:solidFill>
          <a:ln w="12700">
            <a:solidFill>
              <a:srgbClr val="2155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700016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DA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 Start here:  npx create-next-app@latest my-app --typescript --tailwind  →  production-ready React in 30 seconds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2026-05-15T04:47:40Z</dcterms:created>
  <dcterms:modified xsi:type="dcterms:W3CDTF">2026-05-15T04:47:40Z</dcterms:modified>
</cp:coreProperties>
</file>