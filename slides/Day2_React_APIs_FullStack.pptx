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APIs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with FastAPI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28016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0BA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· Axios · REST · CRUD · Python · FastAPI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</a:rPr>
              <a:t>ACTORYX — React Intern Training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Architecture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Day 2 connects React to a Python backend. The frontend fetches data from FastAPI using Axios over HTTP.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834640" cy="1005840"/>
          </a:xfrm>
          <a:prstGeom prst="rect">
            <a:avLst/>
          </a:prstGeom>
          <a:solidFill>
            <a:srgbClr val="BEE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727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048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Vite · Port 5184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834640" cy="1005840"/>
          </a:xfrm>
          <a:prstGeom prst="rect">
            <a:avLst/>
          </a:prstGeom>
          <a:solidFill>
            <a:srgbClr val="FEEBC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727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4210"/>
                </a:solidFill>
              </a:rPr>
              <a:t>HTTP / 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048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4210"/>
                </a:solidFill>
              </a:rPr>
              <a:t>Axios requests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508760"/>
            <a:ext cx="2834640" cy="1005840"/>
          </a:xfrm>
          <a:prstGeom prst="rect">
            <a:avLst/>
          </a:prstGeom>
          <a:solidFill>
            <a:srgbClr val="C6F6D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5727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6749"/>
                </a:solidFill>
              </a:rPr>
              <a:t>FastAPI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048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6749"/>
                </a:solidFill>
              </a:rPr>
              <a:t>Python · Port 8011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1755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C20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1755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C20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2697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REST Endpoints (FastAPI):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1005840" cy="402336"/>
          </a:xfrm>
          <a:prstGeom prst="rect">
            <a:avLst/>
          </a:prstGeom>
          <a:solidFill>
            <a:srgbClr val="C6F6D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63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06324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Fetch all employees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29584"/>
            <a:ext cx="1005840" cy="402336"/>
          </a:xfrm>
          <a:prstGeom prst="rect">
            <a:avLst/>
          </a:prstGeom>
          <a:solidFill>
            <a:srgbClr val="BEE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295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52958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352958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Create new employee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995928"/>
            <a:ext cx="1005840" cy="402336"/>
          </a:xfrm>
          <a:prstGeom prst="rect">
            <a:avLst/>
          </a:prstGeom>
          <a:solidFill>
            <a:srgbClr val="FEEBC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95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4210"/>
                </a:solidFill>
              </a:rPr>
              <a:t>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9959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/employees/{id}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9959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Update by 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62272"/>
            <a:ext cx="1005840" cy="402336"/>
          </a:xfrm>
          <a:prstGeom prst="rect">
            <a:avLst/>
          </a:prstGeom>
          <a:solidFill>
            <a:srgbClr val="FED7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4622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</a:rPr>
              <a:t>DELETE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44622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/employees/{id}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44622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Delete by ID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— Running Side Effects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useEffect runs code after the component renders. Perfect for fetching data, setting timers, or syncing with external systems.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983480" cy="3493008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EmployeePage.jsx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4983480" cy="32186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getAllEmployees } from '../api/employeeApi'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EmployeePage()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[employees, setEmployees] = useState([])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  setLoading]   = useState(true)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setError]     = useState('')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fetchAll()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            // ← [] means run ONCE on mount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fetchAll = async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setLoading(true)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data = await getAllEmployees()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setEmployees(data)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setError('Failed to load employees')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setLoading(false)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&lt;p&gt;Loading...&lt;/p&gt;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  return &lt;p className="error-msg"&gt;{error}&lt;/p&gt;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&lt;EmployeeTable employees={employees} 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2084832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21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[ ] — mount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24140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Empty array = run once after first render (componentDidMount)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2834640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8712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[id] — dependency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3163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Re-run every time "id" value changes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3566160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No array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38953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Run after EVERY render — use carefully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4297680"/>
            <a:ext cx="347472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3342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try/catch/finally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Always handle async errors; finally clears loading state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 — HTTP Client for React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Axios is a promise-based HTTP client. Centralising all API calls in one file keeps components clean and base URL easy to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983480" cy="288036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src/api/employeeApi.js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4983480" cy="2606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src/api/employeeApi.js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BASE = import.meta.env.VITE_API_BASE_URL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reads .env: VITE_API_BASE_URL=http://localhost:8011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getAllEmployees = ()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axios.get(`${BASE}/employees`).then(r =&gt; r.data)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createEmployee = (data)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axios.post(`${BASE}/employees`, data).then(r =&gt; r.data)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updateEmployee = (id, data)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axios.put(`${BASE}/employees/${id}`, data).then(r =&gt; r.data)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deleteEmployee = (id)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axios.delete(`${BASE}/employees/${id}`)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434840"/>
            <a:ext cx="4983480" cy="50292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434840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434840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.env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709160"/>
            <a:ext cx="4983480" cy="228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(project root)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VITE_API_BASE_URL=http://localhost:8011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Vite exposes VITE_ prefixed vars to browser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1481328"/>
            <a:ext cx="347472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517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Centralised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1810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One file for all calls — change URL in one place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194560"/>
            <a:ext cx="347472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2311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Promise-based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5237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Works with async/await — clean and readable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2907792"/>
            <a:ext cx="347472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Auto JSON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32369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Parses JSON responses automatically — no .json()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3621024"/>
            <a:ext cx="347472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Non-2xx status throws to your catch block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4334256"/>
            <a:ext cx="347472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Env vars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663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VITE_ prefix exposes variables to the browser securely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Backend — Python REST 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FastAPI is a modern Python web framework. Pydantic validates request bodies automatically. Swagger docs are generated at /docs.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983480" cy="3493008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backend/main.py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4983480" cy="32186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FastAPI, HTTPException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fastapi.middleware.cors import CORSMiddleware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app.add_middleware(CORSMiddleware,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allow_origins=["*"], allow_methods=["*"],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allow_headers=["*"])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employees_db =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{"id": 1}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EmployeeCreate(BaseModel):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str; department: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str; email: str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@app.get("/employees")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get_all():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employees_db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@app.post("/employees")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create(emp: EmployeeCreate):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{"id": counter["id"], **emp.dict()}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counter["id"] +=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employees_db.append(new)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@app.delete("/employees/{emp_id}")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delete(emp_id: int):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employees_db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employees_db = [e for e in employees_db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e["id"] != emp_id]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508760"/>
            <a:ext cx="3474720" cy="777240"/>
          </a:xfrm>
          <a:prstGeom prst="rect">
            <a:avLst/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508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89320" y="15636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Auto Swagger Docs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192938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Visit /docs — test all endpoints live in 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377440"/>
            <a:ext cx="3474720" cy="777240"/>
          </a:xfrm>
          <a:prstGeom prst="rect">
            <a:avLst/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377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89320" y="243230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Pydantic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79806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Type-annotated class auto-validates request body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3246120"/>
            <a:ext cx="3474720" cy="777240"/>
          </a:xfrm>
          <a:prstGeom prst="rect">
            <a:avLst/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3246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89320" y="330098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CORS Middleware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66674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Allows cross-origin calls from React (different port)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4114800"/>
            <a:ext cx="3474720" cy="777240"/>
          </a:xfrm>
          <a:prstGeom prst="rect">
            <a:avLst/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4114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89320" y="416966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Python Type Hints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45354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Enables auto-validation, editor IntelliSense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Operations — The Complete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983480" cy="4041648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98348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60120"/>
            <a:ext cx="498348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EmployeePage.jsx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4983480" cy="376732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— append to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handleAdd = async (formData)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newEmp = await createEmployee(formData)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setEmployees(prev =&gt; [...prev, newEmp])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showToast('Employee added!')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— on mount via useEffect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 fetchAll() }, [])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— swap matched item in array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handleUpdate = async (id, formData)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updated = await updateEmployee(id, formData)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setEmployees(prev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prev.map(e =&gt; e.id === id ? updated : 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showToast('Employee updated!')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— filter out matched item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handleDelete = async (id)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deleteEmployee(id)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setEmployees(prev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prev.filter(e =&gt; e.id !== id))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showToast('Employee deleted!')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0680" y="960120"/>
            <a:ext cx="548640" cy="804672"/>
          </a:xfrm>
          <a:prstGeom prst="rect">
            <a:avLst/>
          </a:prstGeom>
          <a:solidFill>
            <a:srgbClr val="C6F6D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9601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6749"/>
                </a:solidFill>
              </a:rPr>
              <a:t>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88036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96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</a:rPr>
              <a:t>Create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344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Spread into array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[...prev, newItem]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1920240"/>
            <a:ext cx="548640" cy="804672"/>
          </a:xfrm>
          <a:prstGeom prst="rect">
            <a:avLst/>
          </a:prstGeom>
          <a:solidFill>
            <a:srgbClr val="BEE3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9202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88036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568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304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Replace full array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setEmployees(data)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2880360"/>
            <a:ext cx="548640" cy="804672"/>
          </a:xfrm>
          <a:prstGeom prst="rect">
            <a:avLst/>
          </a:prstGeom>
          <a:solidFill>
            <a:srgbClr val="FEEBC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8803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4210"/>
                </a:solidFill>
              </a:rPr>
              <a:t>U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035040" y="2880360"/>
            <a:ext cx="288036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916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44210"/>
                </a:solidFill>
              </a:rPr>
              <a:t>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.map() swap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prev.map(e=&gt;e.id===id?new:e)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3840480"/>
            <a:ext cx="548640" cy="804672"/>
          </a:xfrm>
          <a:prstGeom prst="rect">
            <a:avLst/>
          </a:prstGeom>
          <a:solidFill>
            <a:srgbClr val="FED7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840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</a:rPr>
              <a:t>D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035040" y="3840480"/>
            <a:ext cx="288036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8770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Delete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.filter() remove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prev.filter(e=&gt;e.id!==id)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Forms, Validation &amp; Live 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Forms are controlled via useState. Validation runs before API calls. Search filters local state — no extra network call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51960" cy="2633472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425196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63040"/>
            <a:ext cx="42519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EmployeeForm.jsx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4251960" cy="235915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EmployeeForm.jsx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[form, setForm] = useState(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name:'', department:'', role:'', email:'' 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[errors, setErrors] = useState({})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validate =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 =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(!form.name.trim())         e.name  = 'Required'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(!form.email.includes('@')) e.email = 'Invalid email'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setErrors(e)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Object.keys(e).length === 0  // true = valid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Pre-fill when editing existing employee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(initial) setForm(initial)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[initial])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60520" cy="2331720"/>
          </a:xfrm>
          <a:prstGeom prst="rect">
            <a:avLst/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4160520" cy="274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463040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EmployeePage.jsx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160520" cy="2057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search — no API call needed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[search, setSearch] = useState('')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filtered = employees.filter(e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e.name.toLowerCase()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.includes(search.toLowerCase()) ||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e.department.toLowerCase()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.includes(search.toLowerCase())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Toast notification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showToast = (msg)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setToast(msg)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setTimeout(() =&gt; setToast(''), 3000)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877056"/>
            <a:ext cx="4160520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8770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① Validate locally — setErrors() — before any API 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4178808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178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② useEffect([initial]) resets form when switching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480560"/>
            <a:ext cx="4160520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480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③ .filter() on local state array — instant, no network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782312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782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④ Toast auto-clears via setTimeout after 3 seconds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2 Complete 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286000" cy="54864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61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useEffect — fetch on mount, dependency array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728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Axios — centralised API layer with .env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FastAPI — Python backend, Pydantic models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E6CF"/>
                </a:solidFill>
              </a:rPr>
              <a:t>✓  CRUD — create / read / update / delete patterns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Controlled forms with field-level validation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Live search with .filter()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Toast notifications with setTimeout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F8"/>
                </a:solidFill>
              </a:rPr>
              <a:t>✓  try/catch/finally for async error handling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261872"/>
            <a:ext cx="3977640" cy="3611880"/>
          </a:xfrm>
          <a:prstGeom prst="rect">
            <a:avLst/>
          </a:prstGeom>
          <a:solidFill>
            <a:srgbClr val="162D4A"/>
          </a:solidFill>
          <a:ln w="25400">
            <a:solidFill>
              <a:srgbClr val="F47C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C20"/>
                </a:solidFill>
              </a:rPr>
              <a:t>Next: Day 3 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1. useContext — global state (no prop drilling)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2. Recharts — bar, pie, line charts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3. React Router v6 — SPA navigation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4. Protected routes + auth 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ADA"/>
                </a:solidFill>
              </a:rPr>
              <a:t>  5. Final project: Full EMS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ACTORYX — React Intern Training · Day 2 of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React + APIs: Full-Stack with FastAPI</dc:title>
  <dc:subject>PptxGenJS Presentation</dc:subject>
  <dc:creator>ACTORYX Training</dc:creator>
  <cp:lastModifiedBy>ACTORYX Training</cp:lastModifiedBy>
  <cp:revision>1</cp:revision>
  <dcterms:created xsi:type="dcterms:W3CDTF">2026-05-14T08:27:21Z</dcterms:created>
  <dcterms:modified xsi:type="dcterms:W3CDTF">2026-05-14T08:27:21Z</dcterms:modified>
</cp:coreProperties>
</file>