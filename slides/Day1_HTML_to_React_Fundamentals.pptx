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HTML to React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Fundamentals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280160" cy="73152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0BA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Components · Props · useState · JSX · Controlled Inputs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</a:rPr>
              <a:t>ACTORYX — React Intern Training Program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Move from HTML to React?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3950208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78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411480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3030"/>
                </a:solidFill>
              </a:rPr>
              <a:t>Plain HTML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Static pages only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780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Repeated code — no reuse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712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Manual DOM updates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64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No state tracking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Hard to scale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4114800" cy="3950208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078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⚛️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709160" y="1536192"/>
            <a:ext cx="411480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600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6749"/>
                </a:solidFill>
              </a:rPr>
              <a:t>React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2084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749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Dynamic UIs from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4780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749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Reusable components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8712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749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Auto DOM sync (Virtual DOM)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264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749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useState for interactivity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749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Scales to large apps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15968" y="265176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7C20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JSX vs HTML — What Changed?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</a:rPr>
              <a:t>HTML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4114800" cy="2633472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80160"/>
            <a:ext cx="411480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index.html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4114800" cy="235915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&lt;h1&gt;Hello, World!&lt;/h1&gt;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&lt;p&gt;Welcome to HTML&lt;/p&gt;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Must copy-paste for each card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&lt;h1&gt;Hello, Alice!&lt;/h1&gt;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&lt;p&gt;Another card...&lt;/p&gt;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932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</a:rPr>
              <a:t>JSX (React)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4114800" cy="2633472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80160"/>
            <a:ext cx="411480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Card.jsx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1554480"/>
            <a:ext cx="4114800" cy="235915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Card({ name })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className="card"&gt;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&lt;h1&gt;Hello, {name}!&lt;/h1&gt;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&lt;p&gt;Welcome to React&lt;/p&gt;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Reuse anywhere — no copy-paste: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&lt;Card name="Alice"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&lt;Card name="Bob"   /&gt;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40050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</a:rPr>
              <a:t>Key differences: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279392"/>
            <a:ext cx="2029968" cy="713232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431596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</a:rPr>
              <a:t>class 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" y="4626864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className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96312" y="4279392"/>
            <a:ext cx="2029968" cy="713232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9464" y="431596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</a:rPr>
              <a:t>for 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9464" y="4626864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htmlFor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72584" y="4279392"/>
            <a:ext cx="2029968" cy="713232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431596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</a:rPr>
              <a:t>onclick 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45736" y="4626864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onClick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48856" y="4279392"/>
            <a:ext cx="2029968" cy="713232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22008" y="431596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</a:rPr>
              <a:t>{ } =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22008" y="4626864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JS expression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Components — Reusable Building Blocks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A component is a JavaScript function that returns JSX — like a custom HTML tag you define once and reuse everywhere.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206240" cy="2514600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63040"/>
            <a:ext cx="420624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63040"/>
            <a:ext cx="420624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Greeting.jsx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4206240" cy="22402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Greeting.jsx — Define once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Greeting({ name })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className="greeting-card"&gt;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&lt;h2&gt;Welcome, {name}!&lt;/h2&gt;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&lt;p&gt;We are glad you are here.&lt;/p&gt;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Greeting;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463040"/>
            <a:ext cx="4206240" cy="2514600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463040"/>
            <a:ext cx="420624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463040"/>
            <a:ext cx="420624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App.jsx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7720" y="1737360"/>
            <a:ext cx="4206240" cy="22402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App.jsx — Reuse many times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Greeting from './Greeting'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&lt;Greeting name="Alice"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&lt;Greeting name="Bob"  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&lt;Greeting name="Carol"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40690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Starts with a Capital letter (required by React)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Returns one root JSX element (or &lt;&gt; fragment &lt;/&gt;)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Receives data via props object — read-only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Can be reused with different prop values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Props — Passing Data to Components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Props (properties) let parent components send data into children — just like HTML attributes, but for your own components. Data always flows one-way: Parent → Child.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2560320" cy="841248"/>
          </a:xfrm>
          <a:prstGeom prst="rect">
            <a:avLst/>
          </a:prstGeom>
          <a:solidFill>
            <a:srgbClr val="E9D8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36192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3C9A"/>
                </a:solidFill>
              </a:rPr>
              <a:t>App.jsx (Parent)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536192"/>
            <a:ext cx="2560320" cy="841248"/>
          </a:xfrm>
          <a:prstGeom prst="rect">
            <a:avLst/>
          </a:prstGeom>
          <a:solidFill>
            <a:srgbClr val="BEE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536192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ProfileCard (Child)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36192"/>
            <a:ext cx="2560320" cy="841248"/>
          </a:xfrm>
          <a:prstGeom prst="rect">
            <a:avLst/>
          </a:prstGeom>
          <a:solidFill>
            <a:srgbClr val="C6F6D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36192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</a:rPr>
              <a:t>Rendered Output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C20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C20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51760" y="24505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name="Alice" role="Dev"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4114800" cy="1463040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514600"/>
            <a:ext cx="411480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App.jsx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2788920"/>
            <a:ext cx="4114800" cy="11887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Parent passes props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&lt;ProfileCard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name="Alice"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role="Developer"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email="alice@co.com"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2514600"/>
            <a:ext cx="4251960" cy="1463040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514600"/>
            <a:ext cx="425196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514600"/>
            <a:ext cx="42519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ProfileCard.jsx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7720" y="2788920"/>
            <a:ext cx="4251960" cy="11887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 receives via destructuring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ProfileCard({ name, role, email })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&lt;h3&gt;{name}&lt;/h3&gt;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&lt;p&gt;{role} · {email}&lt;/p&gt;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406908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</a:rPr>
              <a:t>Props are read-only — a child never modifies its own props. Use state if a component needs to track its own changing data.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useState — Making Components Interactive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useState is a React Hook that lets a component remember values between renders. When state changes, React automatically re-renders the UI.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983480" cy="3474720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08760"/>
            <a:ext cx="498348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08760"/>
            <a:ext cx="498348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Calculator.jsx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783080"/>
            <a:ext cx="498348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Calculator()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[num1,   setNum1]   = useState('')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[num2,   setNum2]   = useState('')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[result, setResult] = useState(null)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 setError]  = useState('')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add = 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 = parseFloat(num1), b = parseFloat(num2)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(isNaN(a) || isNaN(b)) return setError('Enter valid numbers')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setResult(a + 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value={num1} onChange={e =&gt; setNum1(e.target.value)}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value={num2} onChange={e =&gt; setNum2(e.target.value)}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onClick={add}&gt;Add&lt;/button&gt;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{error  &amp;&amp; &lt;p className="error"&gt;{error}&lt;/p&gt;}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{result !== null &amp;&amp; &lt;p&gt;Result: {result}&lt;/p&gt;}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40680" y="1691640"/>
            <a:ext cx="3474720" cy="658368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7282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① Declare state variable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20299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const [value, setter] = useState(initialValue)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40680" y="2395728"/>
            <a:ext cx="3474720" cy="658368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432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② Call setter to update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32120" y="27340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React re-renders the component automatically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0680" y="3127248"/>
            <a:ext cx="3474720" cy="658368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1638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③ Controlled input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32120" y="34655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value={state} + onChange={setter} keeps them in sync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3858768"/>
            <a:ext cx="3474720" cy="658368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38953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④ Conditional render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41970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{condition &amp;&amp; &lt;JSX&gt;} — show only when ready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40680" y="4544568"/>
            <a:ext cx="3474720" cy="658368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45811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⑤ Validation first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32120" y="48828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isNaN() checks — guard clause returns early on bad input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 1 — Hello World &amp; Profile Card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C20"/>
                </a:solidFill>
              </a:rPr>
              <a:t>Workshop 1 · Props &amp; Component Composition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160520" cy="2542032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98448"/>
            <a:ext cx="416052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98448"/>
            <a:ext cx="416052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Greeting.jsx — accepts name prop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4160520" cy="22677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Greeting.jsx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Greeting({ name })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className="greeting-card"&gt;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&lt;h2&gt;Welcome, {name}!&lt;/h2&gt;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&lt;p&gt;Happy to have you at ACTORYX!&lt;/p&gt;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 in App.jsx: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&lt;Greeting name="Alice"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&lt;Greeting name="Bob"   /&gt;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98448"/>
            <a:ext cx="4114800" cy="2542032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298448"/>
            <a:ext cx="411480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ProfileCard.jsx — avatar + props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1572768"/>
            <a:ext cx="4114800" cy="22677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ProfileCard.jsx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ProfileCard({ name, role, email })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initials = 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.split(' 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.map(w =&gt; w[0].toUpperCase())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.join('')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className="profile-card"&gt;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 className="avatar"&gt;{initials}&lt;/div&gt;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&lt;h3&gt;{name}&lt;/h3&gt;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&lt;p&gt;{role} · {email}&lt;/p&gt;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39319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🔑  Functional components — just a function that returns JSX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206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🔑  Props destructuring — { name, role, email } in parameter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4805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🔑  Avatar logic — split name, map to first letter, join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🔑  Component reuse — same component, different prop values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 2 — Full Name Builder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C20"/>
                </a:solidFill>
              </a:rPr>
              <a:t>Workshop 2 · useState · Controlled Inputs · Derived State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983480" cy="3657600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498348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98448"/>
            <a:ext cx="498348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FullNameApp.jsx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4983480" cy="33832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FullNameApp()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[first,     setFirst]     = useState('')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[middle,    setMiddle]    = useState('')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[last,      setLast]      = useState('')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[submitted, setSubmitted] = useState(false)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Derived state — computed from existing state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fullName = [first, middle, last]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.filter(Boolean).join(' 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initials = [first, middle, last]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.filter(Boolean).map(w =&gt; w[0].toUpperCase()).join('')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value={first}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onChange={e =&gt; setFirst(e.target.value)}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placeholder="First name"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value={middle}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onChange={e =&gt; setMiddle(e.target.value)}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placeholder="Middle name (optional)"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value={last}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onChange={e =&gt; setLast(e.target.value)}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placeholder="Last name"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onClick={() =&gt; setSubmitted(true)}&gt;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Build 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{submitted &amp;&amp;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&lt;div className="result"&gt;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&lt;p&gt;Full Name: &lt;strong&gt;{fullName}&lt;/strong&gt;&lt;/p&gt;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&lt;p&gt;Initials:  &lt;strong&gt;{initials}&lt;/strong&gt;&lt;/p&gt;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40680" y="1325880"/>
            <a:ext cx="3474720" cy="804672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8112" y="13258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89320" y="1380744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3 State Variables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1728216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Each input manages its own piece of state independently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40680" y="2240280"/>
            <a:ext cx="3474720" cy="804672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22402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89320" y="2295144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Controlled Inputs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2642616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value={state} + onChange={setter} — React is the source of truth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40680" y="3154680"/>
            <a:ext cx="3474720" cy="804672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31546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89320" y="3209544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Derived State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3557016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fullName and initials are computed — never stored in state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40680" y="4069080"/>
            <a:ext cx="3474720" cy="804672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40690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89320" y="4123944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.filter(Boolean)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89320" y="4471416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Removes empty strings so middle name gap is handled cleanly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 3 — Calculator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C20"/>
                </a:solidFill>
              </a:rPr>
              <a:t>Workshop 3 · Arithmetic · Input Validation · Edge Cases · Array Map for Buttons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983480" cy="3611880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498348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98448"/>
            <a:ext cx="498348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Calculator.jsx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4983480" cy="33375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[num1,setNum1]=useState(''); const [num2,setNum2]=useState('')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[result,setResult]=useState(null); const [error,setError]=useState('')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calculate = (op)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setError(''); setResult(null)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 = parseFloat(num1), b = parseFloat(num2)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(isNaN(a) || isNaN(b)) return setError('Enter valid numbers')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(op === '/' &amp;&amp; b === 0) return setError('Cannot divide by zero')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map = { '+':a+b, '-':a-b, '*':a*b, '/':a/b, '%':a%b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setResult(`${a} ${op} ${b} = ${map[op]}`)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value={num1} onChange={e=&gt;setNum1(e.target.value)}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value={num2} onChange={e=&gt;setNum2(e.target.value)}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{['+','-','*','/','%'].map(op =&gt;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key={op} onClick={()=&gt;calculate(op)}&gt;{op}&lt;/button&gt;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{error  &amp;&amp; &lt;p className="error-msg"&gt;{error}&lt;/p&gt;}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{result &amp;&amp; &lt;p className="result-msg"&gt;{result}&lt;/p&gt;}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40680" y="13716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47C20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+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048" y="13716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47C20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48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-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57416" y="13716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47C20"/>
          </a:solidFill>
          <a:ln/>
        </p:spPr>
      </p:sp>
      <p:sp>
        <p:nvSpPr>
          <p:cNvPr id="16" name="Text 14"/>
          <p:cNvSpPr/>
          <p:nvPr/>
        </p:nvSpPr>
        <p:spPr>
          <a:xfrm>
            <a:off x="6757416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×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15784" y="13716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47C20"/>
          </a:solidFill>
          <a:ln/>
        </p:spPr>
      </p:sp>
      <p:sp>
        <p:nvSpPr>
          <p:cNvPr id="18" name="Text 16"/>
          <p:cNvSpPr/>
          <p:nvPr/>
        </p:nvSpPr>
        <p:spPr>
          <a:xfrm>
            <a:off x="7415784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÷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74152" y="13716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47C20"/>
          </a:solidFill>
          <a:ln/>
        </p:spPr>
      </p:sp>
      <p:sp>
        <p:nvSpPr>
          <p:cNvPr id="20" name="Text 18"/>
          <p:cNvSpPr/>
          <p:nvPr/>
        </p:nvSpPr>
        <p:spPr>
          <a:xfrm>
            <a:off x="8074152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40680" y="2084832"/>
            <a:ext cx="1737360" cy="50292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2084832"/>
            <a:ext cx="1682496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parseFloat()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08483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Converts string input to number for arithmetic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40680" y="2660904"/>
            <a:ext cx="1737360" cy="50292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8112" y="2660904"/>
            <a:ext cx="1682496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isNaN()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266090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Returns true if value is Not a Number — validates input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3236976"/>
            <a:ext cx="1737360" cy="50292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68112" y="3236976"/>
            <a:ext cx="1682496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Guard clauses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69480" y="3236976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Return early with error before any calculation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40680" y="3813048"/>
            <a:ext cx="1737360" cy="50292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8112" y="3813048"/>
            <a:ext cx="1682496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Object map {}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9480" y="381304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Lookup table for 5 ops — cleaner than if-else chain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40680" y="4389120"/>
            <a:ext cx="1737360" cy="50292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68112" y="4389120"/>
            <a:ext cx="1682496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.map() on JSX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69480" y="438912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Render 5 buttons from array — core React list pattern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Day 1 Complete 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286000" cy="54864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618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E6CF"/>
                </a:solidFill>
              </a:rPr>
              <a:t>✓  HTML vs JSX — className, {}, one root element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7282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E6CF"/>
                </a:solidFill>
              </a:rPr>
              <a:t>✓  Functional components — reusable, composable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E6CF"/>
                </a:solidFill>
              </a:rPr>
              <a:t>✓  Props — parent-to-child data flow (read-only)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66090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E6CF"/>
                </a:solidFill>
              </a:rPr>
              <a:t>✓  useState — remember values between renders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1272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3F8"/>
                </a:solidFill>
              </a:rPr>
              <a:t>✓  Controlled inputs — value + onChange pattern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5935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3F8"/>
                </a:solidFill>
              </a:rPr>
              <a:t>✓  Conditional render — {condition &amp;&amp; &lt;JSX&gt;}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05993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3F8"/>
                </a:solidFill>
              </a:rPr>
              <a:t>✓  Derived state — compute from existing state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526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3F8"/>
                </a:solidFill>
              </a:rPr>
              <a:t>✓  Input validation — isNaN, divide-by-zero guard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0" y="1261872"/>
            <a:ext cx="3977640" cy="3611880"/>
          </a:xfrm>
          <a:prstGeom prst="rect">
            <a:avLst/>
          </a:prstGeom>
          <a:solidFill>
            <a:srgbClr val="162D4A"/>
          </a:solidFill>
          <a:ln w="25400">
            <a:solidFill>
              <a:srgbClr val="F47C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C20"/>
                </a:solidFill>
              </a:rPr>
              <a:t>Next: Day 2 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ADA"/>
                </a:solidFill>
              </a:rPr>
              <a:t>  1. useEffect — side effects &amp; data fetching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377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ADA"/>
                </a:solidFill>
              </a:rPr>
              <a:t>  2. Axios — HTTP client with .env config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880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ADA"/>
                </a:solidFill>
              </a:rPr>
              <a:t>  3. FastAPI backend in Python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383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ADA"/>
                </a:solidFill>
              </a:rPr>
              <a:t>  4. CRUD: create, read, update, delete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886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ADA"/>
                </a:solidFill>
              </a:rPr>
              <a:t>  5. Full-stack Employee Manager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</a:rPr>
              <a:t>ACTORYX — React Intern Training · Day 1 of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From HTML to React: The Fundamentals</dc:title>
  <dc:subject>PptxGenJS Presentation</dc:subject>
  <dc:creator>ACTORYX Training</dc:creator>
  <cp:lastModifiedBy>ACTORYX Training</cp:lastModifiedBy>
  <cp:revision>1</cp:revision>
  <dcterms:created xsi:type="dcterms:W3CDTF">2026-05-14T08:27:21Z</dcterms:created>
  <dcterms:modified xsi:type="dcterms:W3CDTF">2026-05-14T08:27:21Z</dcterms:modified>
</cp:coreProperties>
</file>